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67" r:id="rId11"/>
    <p:sldId id="262" r:id="rId12"/>
    <p:sldId id="263" r:id="rId13"/>
    <p:sldId id="270" r:id="rId14"/>
    <p:sldId id="264" r:id="rId15"/>
    <p:sldId id="265" r:id="rId16"/>
  </p:sldIdLst>
  <p:sldSz cx="12192000" cy="6858000"/>
  <p:notesSz cx="6858000" cy="12192000"/>
  <p:embeddedFontLst>
    <p:embeddedFont>
      <p:font typeface="Gelasio" panose="020B0604020202020204" charset="0"/>
      <p:regular r:id="rId18"/>
    </p:embeddedFont>
    <p:embeddedFont>
      <p:font typeface="Gelasi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27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ongodb.com" TargetMode="External"/><Relationship Id="rId5" Type="http://schemas.openxmlformats.org/officeDocument/2006/relationships/hyperlink" Target="https://react.dev" TargetMode="External"/><Relationship Id="rId4" Type="http://schemas.openxmlformats.org/officeDocument/2006/relationships/hyperlink" Target="https://scikit-learn.or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539"/>
            <a:ext cx="6296860" cy="7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 Job Finder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61475" y="1601093"/>
            <a:ext cx="6296860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Your Smart Career Companion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61475" y="2309118"/>
            <a:ext cx="690644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Making Job Search Easier, Faster, and Smarter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848173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Members:-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61475" y="3840460"/>
            <a:ext cx="124456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LUCKY SISODIA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61475" y="4575076"/>
            <a:ext cx="1244569" cy="1561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Leader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Concept, Algorithm &amp; Flowchart Design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51922" y="3840460"/>
            <a:ext cx="124456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DEVANSHU JOSHI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351922" y="4575076"/>
            <a:ext cx="1244569" cy="128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Programmer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Logic Development &amp; Code Structure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42368" y="3840460"/>
            <a:ext cx="124456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AYUSHMAN 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042368" y="4575076"/>
            <a:ext cx="1244569" cy="128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Developer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 Implementation &amp; Testing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32815" y="3840460"/>
            <a:ext cx="124456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 AGARWAL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732815" y="4575076"/>
            <a:ext cx="1244569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Researcher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&amp; Documentation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2411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Problem: Job Search Challenges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88977"/>
            <a:ext cx="6296860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Spending hours scrolling through countless job listings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Difficulty finding jobs that match your skills and interests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Applying to jobs that don't fit your qualifications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Getting lost in the overwhelming amount of information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Struggling to stand out among thousands of applicants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Wasting time on irrelevant job postings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0587" y="104274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Solution: AI Job Finder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117725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5" name="Text 2"/>
          <p:cNvSpPr/>
          <p:nvPr/>
        </p:nvSpPr>
        <p:spPr>
          <a:xfrm>
            <a:off x="5516821" y="2013744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matching between your skills and job requirements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798167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7" name="Text 4"/>
          <p:cNvSpPr/>
          <p:nvPr/>
        </p:nvSpPr>
        <p:spPr>
          <a:xfrm>
            <a:off x="5516821" y="2694186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job recommendations tailored to you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3478609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9" name="Text 6"/>
          <p:cNvSpPr/>
          <p:nvPr/>
        </p:nvSpPr>
        <p:spPr>
          <a:xfrm>
            <a:off x="5516821" y="3374628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Saves time by filtering out irrelevant positions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59052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11" name="Text 8"/>
          <p:cNvSpPr/>
          <p:nvPr/>
        </p:nvSpPr>
        <p:spPr>
          <a:xfrm>
            <a:off x="5516821" y="4055070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Highlights jobs that are the best fit for your profile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839494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13" name="Text 10"/>
          <p:cNvSpPr/>
          <p:nvPr/>
        </p:nvSpPr>
        <p:spPr>
          <a:xfrm>
            <a:off x="5516821" y="4735513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Provides insights on how to improve your applications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233360" y="5519936"/>
            <a:ext cx="94454" cy="94456"/>
          </a:xfrm>
          <a:prstGeom prst="ellipse">
            <a:avLst/>
          </a:prstGeom>
          <a:solidFill>
            <a:srgbClr val="C49F8C"/>
          </a:solidFill>
          <a:ln/>
        </p:spPr>
      </p:sp>
      <p:sp>
        <p:nvSpPr>
          <p:cNvPr id="15" name="Text 12"/>
          <p:cNvSpPr/>
          <p:nvPr/>
        </p:nvSpPr>
        <p:spPr>
          <a:xfrm>
            <a:off x="5516821" y="5415955"/>
            <a:ext cx="60133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Makes job searching simple, fast, and stress-free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8340"/>
            <a:ext cx="629686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of AI Job Finder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5233360" y="1099245"/>
            <a:ext cx="6296860" cy="1234380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5" name="Shape 2"/>
          <p:cNvSpPr/>
          <p:nvPr/>
        </p:nvSpPr>
        <p:spPr>
          <a:xfrm>
            <a:off x="5369188" y="1235075"/>
            <a:ext cx="407481" cy="407491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1203" y="1347093"/>
            <a:ext cx="183352" cy="1833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9188" y="1740198"/>
            <a:ext cx="60252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Matching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69188" y="2011065"/>
            <a:ext cx="60252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Compares your skills with job requirements automatically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233360" y="2431256"/>
            <a:ext cx="6296860" cy="1234380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10" name="Shape 6"/>
          <p:cNvSpPr/>
          <p:nvPr/>
        </p:nvSpPr>
        <p:spPr>
          <a:xfrm>
            <a:off x="5369188" y="2567087"/>
            <a:ext cx="407481" cy="407491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203" y="2679105"/>
            <a:ext cx="183352" cy="183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9188" y="3072209"/>
            <a:ext cx="60252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69188" y="3343077"/>
            <a:ext cx="60252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Gets to know you and suggests perfect-fit jobs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233360" y="3763268"/>
            <a:ext cx="6296860" cy="1234380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15" name="Shape 10"/>
          <p:cNvSpPr/>
          <p:nvPr/>
        </p:nvSpPr>
        <p:spPr>
          <a:xfrm>
            <a:off x="5369188" y="3899098"/>
            <a:ext cx="407481" cy="407491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1203" y="4011116"/>
            <a:ext cx="183352" cy="1833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9188" y="4404221"/>
            <a:ext cx="60252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Insights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69188" y="4675088"/>
            <a:ext cx="60252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Shows how your applications are performing and where to improve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233360" y="5095280"/>
            <a:ext cx="6296860" cy="1234380"/>
          </a:xfrm>
          <a:prstGeom prst="roundRect">
            <a:avLst>
              <a:gd name="adj" fmla="val 1651"/>
            </a:avLst>
          </a:prstGeom>
          <a:solidFill>
            <a:srgbClr val="373433"/>
          </a:solidFill>
          <a:ln/>
        </p:spPr>
      </p:sp>
      <p:sp>
        <p:nvSpPr>
          <p:cNvPr id="20" name="Shape 14"/>
          <p:cNvSpPr/>
          <p:nvPr/>
        </p:nvSpPr>
        <p:spPr>
          <a:xfrm>
            <a:off x="5369188" y="5231110"/>
            <a:ext cx="407481" cy="407491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81203" y="5343128"/>
            <a:ext cx="183352" cy="1833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9188" y="5736233"/>
            <a:ext cx="60252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69188" y="6007100"/>
            <a:ext cx="60252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Alerts you instantly when new matching jobs are posted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73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Benefits of Using AI in Job Search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35199"/>
            <a:ext cx="3508486" cy="2642691"/>
          </a:xfrm>
          <a:prstGeom prst="roundRect">
            <a:avLst>
              <a:gd name="adj" fmla="val 1023"/>
            </a:avLst>
          </a:prstGeom>
          <a:solidFill>
            <a:srgbClr val="373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552" y="1615281"/>
            <a:ext cx="540431" cy="54044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178" y="1763812"/>
            <a:ext cx="243179" cy="2431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552" y="2327374"/>
            <a:ext cx="31483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Time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1552" y="2711847"/>
            <a:ext cx="3148331" cy="118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Spend less time searching, more time preparing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quality applications instead of quantity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1605" y="1435199"/>
            <a:ext cx="3508486" cy="2642691"/>
          </a:xfrm>
          <a:prstGeom prst="roundRect">
            <a:avLst>
              <a:gd name="adj" fmla="val 1023"/>
            </a:avLst>
          </a:prstGeom>
          <a:solidFill>
            <a:srgbClr val="373433"/>
          </a:solidFill>
          <a:ln/>
        </p:spPr>
      </p:sp>
      <p:sp>
        <p:nvSpPr>
          <p:cNvPr id="9" name="Shape 6"/>
          <p:cNvSpPr/>
          <p:nvPr/>
        </p:nvSpPr>
        <p:spPr>
          <a:xfrm>
            <a:off x="4521682" y="1615281"/>
            <a:ext cx="540431" cy="54044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308" y="1763812"/>
            <a:ext cx="243179" cy="2431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1682" y="2327374"/>
            <a:ext cx="31483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Results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521682" y="2711847"/>
            <a:ext cx="3148331" cy="118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 jobs that truly match your skills and goals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 your chances of getting interviews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21734" y="1435199"/>
            <a:ext cx="3508486" cy="2642691"/>
          </a:xfrm>
          <a:prstGeom prst="roundRect">
            <a:avLst>
              <a:gd name="adj" fmla="val 1023"/>
            </a:avLst>
          </a:prstGeom>
          <a:solidFill>
            <a:srgbClr val="3734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201812" y="1615281"/>
            <a:ext cx="540431" cy="54044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0438" y="1763812"/>
            <a:ext cx="243179" cy="2431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1812" y="2327374"/>
            <a:ext cx="31483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Smarter Decisions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201812" y="2711847"/>
            <a:ext cx="3148331" cy="118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 data-driven insights about job market trends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Make informed choices about your career path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61475" y="4249539"/>
            <a:ext cx="10868745" cy="2079724"/>
          </a:xfrm>
          <a:prstGeom prst="roundRect">
            <a:avLst>
              <a:gd name="adj" fmla="val 1299"/>
            </a:avLst>
          </a:prstGeom>
          <a:solidFill>
            <a:srgbClr val="373433"/>
          </a:solidFill>
          <a:ln/>
        </p:spPr>
      </p:sp>
      <p:sp>
        <p:nvSpPr>
          <p:cNvPr id="19" name="Shape 14"/>
          <p:cNvSpPr/>
          <p:nvPr/>
        </p:nvSpPr>
        <p:spPr>
          <a:xfrm>
            <a:off x="841552" y="4429621"/>
            <a:ext cx="540431" cy="54044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178" y="4578152"/>
            <a:ext cx="243179" cy="2431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552" y="5141714"/>
            <a:ext cx="1050859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Confidence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841552" y="5526187"/>
            <a:ext cx="10508590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Receive personalized tips to improve your profile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Feel more prepared and ready for applications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4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AI Job Finder Works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8116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01317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Profile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42185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Share your skills, experience, and goals.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68116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301317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 Analyzes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42185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learns what you want.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3287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Matching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5267027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Finds jobs that fit.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13287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 Recommendations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5267027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Receive tailored suggestions.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7CF8184-620C-679B-D29F-E2A61E24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2" y="144502"/>
            <a:ext cx="3600635" cy="659462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7CCB21-5169-D92D-B817-866D302A267B}"/>
              </a:ext>
            </a:extLst>
          </p:cNvPr>
          <p:cNvCxnSpPr/>
          <p:nvPr/>
        </p:nvCxnSpPr>
        <p:spPr>
          <a:xfrm flipH="1">
            <a:off x="4014216" y="1124712"/>
            <a:ext cx="1078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3F82E1B-E2D3-E255-A555-17D51D92B9A6}"/>
              </a:ext>
            </a:extLst>
          </p:cNvPr>
          <p:cNvSpPr/>
          <p:nvPr/>
        </p:nvSpPr>
        <p:spPr>
          <a:xfrm>
            <a:off x="4919472" y="430029"/>
            <a:ext cx="1737360" cy="140791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 page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367313-78A4-16EE-219F-42A865BE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1" y="131687"/>
            <a:ext cx="3964399" cy="659462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7C208D1-DA6E-302A-C35F-96FCC4E338CA}"/>
              </a:ext>
            </a:extLst>
          </p:cNvPr>
          <p:cNvSpPr/>
          <p:nvPr/>
        </p:nvSpPr>
        <p:spPr>
          <a:xfrm>
            <a:off x="8668512" y="366021"/>
            <a:ext cx="1737360" cy="140791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Jobs </a:t>
            </a:r>
          </a:p>
          <a:p>
            <a:pPr algn="ctr"/>
            <a:r>
              <a:rPr lang="en-US" dirty="0"/>
              <a:t>Section 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CDDC6C7-CDFE-4EB0-3CE5-CFCF7596B496}"/>
              </a:ext>
            </a:extLst>
          </p:cNvPr>
          <p:cNvCxnSpPr/>
          <p:nvPr/>
        </p:nvCxnSpPr>
        <p:spPr>
          <a:xfrm flipH="1">
            <a:off x="7552944" y="1069978"/>
            <a:ext cx="1984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1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4EEE9-8897-595B-17F8-88CCEB106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6" y="170408"/>
            <a:ext cx="3768682" cy="653214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94C3D6A-0E60-6F9A-CF46-88D1128D083C}"/>
              </a:ext>
            </a:extLst>
          </p:cNvPr>
          <p:cNvSpPr/>
          <p:nvPr/>
        </p:nvSpPr>
        <p:spPr>
          <a:xfrm>
            <a:off x="5090160" y="320170"/>
            <a:ext cx="2078736" cy="140791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Profile and optimization 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F9062E-37B6-BF92-68B5-96D3911F0D24}"/>
              </a:ext>
            </a:extLst>
          </p:cNvPr>
          <p:cNvCxnSpPr/>
          <p:nvPr/>
        </p:nvCxnSpPr>
        <p:spPr>
          <a:xfrm>
            <a:off x="6675120" y="1024128"/>
            <a:ext cx="1243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69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462B66-B30A-DA5F-9984-43495BDA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24" y="421146"/>
            <a:ext cx="4008707" cy="5988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E5B46-E119-D4E9-00E8-32C8C1D5F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282607"/>
            <a:ext cx="4509686" cy="5988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F5A0A2-4B4E-805D-85DA-48DA9FEA6F9E}"/>
              </a:ext>
            </a:extLst>
          </p:cNvPr>
          <p:cNvCxnSpPr/>
          <p:nvPr/>
        </p:nvCxnSpPr>
        <p:spPr>
          <a:xfrm flipH="1">
            <a:off x="4599431" y="1399031"/>
            <a:ext cx="1133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E8BBAB-CFF5-92F2-28BA-47698AF0DC26}"/>
              </a:ext>
            </a:extLst>
          </p:cNvPr>
          <p:cNvCxnSpPr/>
          <p:nvPr/>
        </p:nvCxnSpPr>
        <p:spPr>
          <a:xfrm>
            <a:off x="6318504" y="4599432"/>
            <a:ext cx="10058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DEFE233-BD00-C7A0-6871-4514E27964EE}"/>
              </a:ext>
            </a:extLst>
          </p:cNvPr>
          <p:cNvSpPr/>
          <p:nvPr/>
        </p:nvSpPr>
        <p:spPr>
          <a:xfrm>
            <a:off x="5253227" y="822960"/>
            <a:ext cx="1417320" cy="11521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we apply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B2EF54-E4BA-EA22-FE26-DD82716DF6CE}"/>
              </a:ext>
            </a:extLst>
          </p:cNvPr>
          <p:cNvSpPr/>
          <p:nvPr/>
        </p:nvSpPr>
        <p:spPr>
          <a:xfrm>
            <a:off x="5399530" y="3995929"/>
            <a:ext cx="1563624" cy="14630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we see result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6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7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84375"/>
            <a:ext cx="3496877" cy="3857923"/>
          </a:xfrm>
          <a:prstGeom prst="roundRect">
            <a:avLst>
              <a:gd name="adj" fmla="val 811"/>
            </a:avLst>
          </a:prstGeom>
          <a:solidFill>
            <a:srgbClr val="373433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2173387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450" y="2329259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9294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 Technologies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338116"/>
            <a:ext cx="3118863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HTML, python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FLUTTER FLOW for UI components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Responsive design for mobile &amp; desktop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984375"/>
            <a:ext cx="3496877" cy="3857923"/>
          </a:xfrm>
          <a:prstGeom prst="roundRect">
            <a:avLst>
              <a:gd name="adj" fmla="val 811"/>
            </a:avLst>
          </a:prstGeom>
          <a:solidFill>
            <a:srgbClr val="373433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2173387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2329259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9294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Technologies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338116"/>
            <a:ext cx="3118863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for AI/ML algorithms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SUPABASE for server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RESTful APIs for data communication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984375"/>
            <a:ext cx="3496877" cy="3857923"/>
          </a:xfrm>
          <a:prstGeom prst="roundRect">
            <a:avLst>
              <a:gd name="adj" fmla="val 811"/>
            </a:avLst>
          </a:prstGeom>
          <a:solidFill>
            <a:srgbClr val="3734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2173387"/>
            <a:ext cx="567021" cy="567035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2329259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9294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Structures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338116"/>
            <a:ext cx="3118863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Arrays (for storing job listings)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Hash Maps (for quick skill matching)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Graphs (for job recommendation networks)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Trees (for hierarchical skill categorization)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14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Working &amp; Enhancements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40099"/>
            <a:ext cx="3496877" cy="27463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183" y="2707184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32154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1 - Current Features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730228"/>
            <a:ext cx="306806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job matching algorithm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recommendations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Resume analysis and insights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540099"/>
            <a:ext cx="3496877" cy="27463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4067" y="2707184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32154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2 - Upcoming Features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730228"/>
            <a:ext cx="306806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Video interview preparation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Salary negotiation guidance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Career path planning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540099"/>
            <a:ext cx="3496877" cy="274637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9952" y="2707184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32154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3 - Advanced Features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730228"/>
            <a:ext cx="3068065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AI-powered cover letter generation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 market trend predictions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Networking recommendations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4F633-0D12-D1C5-FDB1-230BC2623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6" y="626216"/>
            <a:ext cx="4300036" cy="5591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D70ACB-A90A-02DE-FFF0-5DBB49B54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626216"/>
            <a:ext cx="4577527" cy="541796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FBE833D-691C-0E61-74B3-27D3156DCB76}"/>
              </a:ext>
            </a:extLst>
          </p:cNvPr>
          <p:cNvSpPr/>
          <p:nvPr/>
        </p:nvSpPr>
        <p:spPr>
          <a:xfrm>
            <a:off x="5228844" y="896112"/>
            <a:ext cx="1645920" cy="127101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YOUR SUPABASE 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0AB093-CAD2-B385-50B6-2A29705B7B12}"/>
              </a:ext>
            </a:extLst>
          </p:cNvPr>
          <p:cNvSpPr/>
          <p:nvPr/>
        </p:nvSpPr>
        <p:spPr>
          <a:xfrm>
            <a:off x="5273040" y="3802381"/>
            <a:ext cx="1645920" cy="127101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YOUR LINKDIN API 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3FBAD9-5912-2D65-3F7C-38051D57D3DB}"/>
              </a:ext>
            </a:extLst>
          </p:cNvPr>
          <p:cNvCxnSpPr>
            <a:cxnSpLocks/>
          </p:cNvCxnSpPr>
          <p:nvPr/>
        </p:nvCxnSpPr>
        <p:spPr>
          <a:xfrm flipH="1">
            <a:off x="4815840" y="1627632"/>
            <a:ext cx="128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CD37B6-58B9-A257-EFE7-C5DA9F6EFCD0}"/>
              </a:ext>
            </a:extLst>
          </p:cNvPr>
          <p:cNvCxnSpPr>
            <a:cxnSpLocks/>
          </p:cNvCxnSpPr>
          <p:nvPr/>
        </p:nvCxnSpPr>
        <p:spPr>
          <a:xfrm>
            <a:off x="6205728" y="4430269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2C211-14C4-A2A3-EF82-4B120BBEFD78}"/>
              </a:ext>
            </a:extLst>
          </p:cNvPr>
          <p:cNvSpPr/>
          <p:nvPr/>
        </p:nvSpPr>
        <p:spPr>
          <a:xfrm>
            <a:off x="5349240" y="2478024"/>
            <a:ext cx="1525524" cy="10104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NEW AND BETTER JOBS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126C4B-2C67-230A-7C68-E5745FC4CF03}"/>
              </a:ext>
            </a:extLst>
          </p:cNvPr>
          <p:cNvCxnSpPr>
            <a:cxnSpLocks/>
          </p:cNvCxnSpPr>
          <p:nvPr/>
        </p:nvCxnSpPr>
        <p:spPr>
          <a:xfrm>
            <a:off x="6022848" y="3389377"/>
            <a:ext cx="0" cy="826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42B824-16D4-2E35-6A73-465DA27CBAA8}"/>
              </a:ext>
            </a:extLst>
          </p:cNvPr>
          <p:cNvCxnSpPr>
            <a:cxnSpLocks/>
          </p:cNvCxnSpPr>
          <p:nvPr/>
        </p:nvCxnSpPr>
        <p:spPr>
          <a:xfrm flipV="1">
            <a:off x="6022848" y="2167128"/>
            <a:ext cx="0" cy="786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9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58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 &amp; 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90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 Documentation &amp; Libraries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4" y="3163292"/>
            <a:ext cx="5519869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TensorFlow Documentation: </a:t>
            </a:r>
            <a:r>
              <a:rPr lang="en-US" sz="1450" b="1" u="sng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https://www.tensorflow.org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Scikit-learn Guide: </a:t>
            </a:r>
            <a:r>
              <a:rPr lang="en-US" sz="1450" b="1" u="sng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Fultterflow</a:t>
            </a: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Official Docs: </a:t>
            </a:r>
            <a:r>
              <a:rPr lang="en-US" sz="1450" b="1" u="sng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https://flutterflow.dev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SUAPBASE Documentation: </a:t>
            </a:r>
            <a:r>
              <a:rPr lang="en-US" sz="1450" b="1" u="sng" dirty="0">
                <a:solidFill>
                  <a:srgbClr val="C49F8C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https://docs.Supabase.com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6790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~  Academic &amp; Industry Papers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163292"/>
            <a:ext cx="520379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"AI in Recruitment" - Harvard Business Review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"Machine Learning for Job Matching" - IEEE Papers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"Natural Language Processing in Resume Analysis" - ACM Digital Library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"Ethical AI in Hiring Systems" - Stanford AI Index Report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6140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You!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233360" y="352464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Thank you for your time.</a:t>
            </a: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Our </a:t>
            </a:r>
            <a:r>
              <a:rPr lang="en-US" sz="14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 Job Finder</a:t>
            </a: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highlights the power of artificial intelligence—turning the tedious job hunt into a fast, precise, and personalized experience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49F8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590</Words>
  <Application>Microsoft Office PowerPoint</Application>
  <PresentationFormat>Widescreen</PresentationFormat>
  <Paragraphs>120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Gelasio Bold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Lucky Sisodia</cp:lastModifiedBy>
  <cp:revision>5</cp:revision>
  <dcterms:created xsi:type="dcterms:W3CDTF">2026-10-21T12:56:00Z</dcterms:created>
  <dcterms:modified xsi:type="dcterms:W3CDTF">2026-10-21T20:15:28Z</dcterms:modified>
</cp:coreProperties>
</file>